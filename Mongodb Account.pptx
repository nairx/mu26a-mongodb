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veen N" userId="f6b097006a7c1cdf" providerId="LiveId" clId="{46FCCD65-1714-4BF3-A94C-CB4D20852E97}"/>
    <pc:docChg chg="custSel addSld modSld">
      <pc:chgData name="Praveen N" userId="f6b097006a7c1cdf" providerId="LiveId" clId="{46FCCD65-1714-4BF3-A94C-CB4D20852E97}" dt="2026-04-18T04:52:51.929" v="31" actId="22"/>
      <pc:docMkLst>
        <pc:docMk/>
      </pc:docMkLst>
      <pc:sldChg chg="addSp new mod">
        <pc:chgData name="Praveen N" userId="f6b097006a7c1cdf" providerId="LiveId" clId="{46FCCD65-1714-4BF3-A94C-CB4D20852E97}" dt="2026-04-18T04:39:39.816" v="5" actId="22"/>
        <pc:sldMkLst>
          <pc:docMk/>
          <pc:sldMk cId="1013576955" sldId="258"/>
        </pc:sldMkLst>
        <pc:picChg chg="add">
          <ac:chgData name="Praveen N" userId="f6b097006a7c1cdf" providerId="LiveId" clId="{46FCCD65-1714-4BF3-A94C-CB4D20852E97}" dt="2026-04-18T04:39:39.816" v="5" actId="22"/>
          <ac:picMkLst>
            <pc:docMk/>
            <pc:sldMk cId="1013576955" sldId="258"/>
            <ac:picMk id="3" creationId="{B2D04278-B589-DDBF-0878-A3CA08AC5E7C}"/>
          </ac:picMkLst>
        </pc:picChg>
      </pc:sldChg>
      <pc:sldChg chg="addSp add mod">
        <pc:chgData name="Praveen N" userId="f6b097006a7c1cdf" providerId="LiveId" clId="{46FCCD65-1714-4BF3-A94C-CB4D20852E97}" dt="2026-04-18T04:40:58.428" v="6" actId="22"/>
        <pc:sldMkLst>
          <pc:docMk/>
          <pc:sldMk cId="3314298938" sldId="259"/>
        </pc:sldMkLst>
        <pc:picChg chg="add">
          <ac:chgData name="Praveen N" userId="f6b097006a7c1cdf" providerId="LiveId" clId="{46FCCD65-1714-4BF3-A94C-CB4D20852E97}" dt="2026-04-18T04:40:58.428" v="6" actId="22"/>
          <ac:picMkLst>
            <pc:docMk/>
            <pc:sldMk cId="3314298938" sldId="259"/>
            <ac:picMk id="3" creationId="{760EA14E-2C7D-31AB-2E45-F8CFA7EFC22F}"/>
          </ac:picMkLst>
        </pc:picChg>
      </pc:sldChg>
      <pc:sldChg chg="addSp add mod">
        <pc:chgData name="Praveen N" userId="f6b097006a7c1cdf" providerId="LiveId" clId="{46FCCD65-1714-4BF3-A94C-CB4D20852E97}" dt="2026-04-18T04:41:42.469" v="7" actId="22"/>
        <pc:sldMkLst>
          <pc:docMk/>
          <pc:sldMk cId="4125882649" sldId="260"/>
        </pc:sldMkLst>
        <pc:picChg chg="add">
          <ac:chgData name="Praveen N" userId="f6b097006a7c1cdf" providerId="LiveId" clId="{46FCCD65-1714-4BF3-A94C-CB4D20852E97}" dt="2026-04-18T04:41:42.469" v="7" actId="22"/>
          <ac:picMkLst>
            <pc:docMk/>
            <pc:sldMk cId="4125882649" sldId="260"/>
            <ac:picMk id="3" creationId="{F58D990F-ED45-22D0-6842-26B68A8E9405}"/>
          </ac:picMkLst>
        </pc:picChg>
      </pc:sldChg>
      <pc:sldChg chg="addSp add mod">
        <pc:chgData name="Praveen N" userId="f6b097006a7c1cdf" providerId="LiveId" clId="{46FCCD65-1714-4BF3-A94C-CB4D20852E97}" dt="2026-04-18T04:42:30.449" v="8" actId="22"/>
        <pc:sldMkLst>
          <pc:docMk/>
          <pc:sldMk cId="144162756" sldId="261"/>
        </pc:sldMkLst>
        <pc:picChg chg="add">
          <ac:chgData name="Praveen N" userId="f6b097006a7c1cdf" providerId="LiveId" clId="{46FCCD65-1714-4BF3-A94C-CB4D20852E97}" dt="2026-04-18T04:42:30.449" v="8" actId="22"/>
          <ac:picMkLst>
            <pc:docMk/>
            <pc:sldMk cId="144162756" sldId="261"/>
            <ac:picMk id="3" creationId="{FBED5DFC-8FA4-C868-2F39-30C76A0EC47E}"/>
          </ac:picMkLst>
        </pc:picChg>
      </pc:sldChg>
      <pc:sldChg chg="addSp add mod">
        <pc:chgData name="Praveen N" userId="f6b097006a7c1cdf" providerId="LiveId" clId="{46FCCD65-1714-4BF3-A94C-CB4D20852E97}" dt="2026-04-18T04:43:31.925" v="13" actId="22"/>
        <pc:sldMkLst>
          <pc:docMk/>
          <pc:sldMk cId="235440322" sldId="262"/>
        </pc:sldMkLst>
        <pc:picChg chg="add">
          <ac:chgData name="Praveen N" userId="f6b097006a7c1cdf" providerId="LiveId" clId="{46FCCD65-1714-4BF3-A94C-CB4D20852E97}" dt="2026-04-18T04:43:31.925" v="13" actId="22"/>
          <ac:picMkLst>
            <pc:docMk/>
            <pc:sldMk cId="235440322" sldId="262"/>
            <ac:picMk id="3" creationId="{82DDD2C6-F2FB-334D-E45A-4BAC826ACD76}"/>
          </ac:picMkLst>
        </pc:picChg>
      </pc:sldChg>
      <pc:sldChg chg="addSp add mod">
        <pc:chgData name="Praveen N" userId="f6b097006a7c1cdf" providerId="LiveId" clId="{46FCCD65-1714-4BF3-A94C-CB4D20852E97}" dt="2026-04-18T04:44:00.632" v="14" actId="22"/>
        <pc:sldMkLst>
          <pc:docMk/>
          <pc:sldMk cId="3256434510" sldId="263"/>
        </pc:sldMkLst>
        <pc:picChg chg="add">
          <ac:chgData name="Praveen N" userId="f6b097006a7c1cdf" providerId="LiveId" clId="{46FCCD65-1714-4BF3-A94C-CB4D20852E97}" dt="2026-04-18T04:44:00.632" v="14" actId="22"/>
          <ac:picMkLst>
            <pc:docMk/>
            <pc:sldMk cId="3256434510" sldId="263"/>
            <ac:picMk id="3" creationId="{D161AFF9-6EB1-B66E-D4F9-2DD14F1D000F}"/>
          </ac:picMkLst>
        </pc:picChg>
      </pc:sldChg>
      <pc:sldChg chg="addSp add mod">
        <pc:chgData name="Praveen N" userId="f6b097006a7c1cdf" providerId="LiveId" clId="{46FCCD65-1714-4BF3-A94C-CB4D20852E97}" dt="2026-04-18T04:44:19.602" v="15" actId="22"/>
        <pc:sldMkLst>
          <pc:docMk/>
          <pc:sldMk cId="3976521277" sldId="264"/>
        </pc:sldMkLst>
        <pc:picChg chg="add">
          <ac:chgData name="Praveen N" userId="f6b097006a7c1cdf" providerId="LiveId" clId="{46FCCD65-1714-4BF3-A94C-CB4D20852E97}" dt="2026-04-18T04:44:19.602" v="15" actId="22"/>
          <ac:picMkLst>
            <pc:docMk/>
            <pc:sldMk cId="3976521277" sldId="264"/>
            <ac:picMk id="3" creationId="{94DCCDF5-25DA-B004-CB4E-4B6BD0FEAF36}"/>
          </ac:picMkLst>
        </pc:picChg>
      </pc:sldChg>
      <pc:sldChg chg="addSp delSp add mod">
        <pc:chgData name="Praveen N" userId="f6b097006a7c1cdf" providerId="LiveId" clId="{46FCCD65-1714-4BF3-A94C-CB4D20852E97}" dt="2026-04-18T04:48:19.724" v="19" actId="22"/>
        <pc:sldMkLst>
          <pc:docMk/>
          <pc:sldMk cId="3584908524" sldId="265"/>
        </pc:sldMkLst>
        <pc:picChg chg="add del">
          <ac:chgData name="Praveen N" userId="f6b097006a7c1cdf" providerId="LiveId" clId="{46FCCD65-1714-4BF3-A94C-CB4D20852E97}" dt="2026-04-18T04:48:19.260" v="18" actId="478"/>
          <ac:picMkLst>
            <pc:docMk/>
            <pc:sldMk cId="3584908524" sldId="265"/>
            <ac:picMk id="3" creationId="{0711D122-CA3F-EE0C-9757-EF96484598A1}"/>
          </ac:picMkLst>
        </pc:picChg>
        <pc:picChg chg="add">
          <ac:chgData name="Praveen N" userId="f6b097006a7c1cdf" providerId="LiveId" clId="{46FCCD65-1714-4BF3-A94C-CB4D20852E97}" dt="2026-04-18T04:48:19.724" v="19" actId="22"/>
          <ac:picMkLst>
            <pc:docMk/>
            <pc:sldMk cId="3584908524" sldId="265"/>
            <ac:picMk id="5" creationId="{1B88DE63-9C73-A996-59FD-889F7AA9F146}"/>
          </ac:picMkLst>
        </pc:picChg>
      </pc:sldChg>
      <pc:sldChg chg="addSp delSp add mod">
        <pc:chgData name="Praveen N" userId="f6b097006a7c1cdf" providerId="LiveId" clId="{46FCCD65-1714-4BF3-A94C-CB4D20852E97}" dt="2026-04-18T04:48:57.589" v="21" actId="22"/>
        <pc:sldMkLst>
          <pc:docMk/>
          <pc:sldMk cId="1688329001" sldId="266"/>
        </pc:sldMkLst>
        <pc:picChg chg="add del">
          <ac:chgData name="Praveen N" userId="f6b097006a7c1cdf" providerId="LiveId" clId="{46FCCD65-1714-4BF3-A94C-CB4D20852E97}" dt="2026-04-18T04:48:56.879" v="20" actId="478"/>
          <ac:picMkLst>
            <pc:docMk/>
            <pc:sldMk cId="1688329001" sldId="266"/>
            <ac:picMk id="3" creationId="{675E8364-FA60-2844-DEC7-462F62CEC580}"/>
          </ac:picMkLst>
        </pc:picChg>
        <pc:picChg chg="add">
          <ac:chgData name="Praveen N" userId="f6b097006a7c1cdf" providerId="LiveId" clId="{46FCCD65-1714-4BF3-A94C-CB4D20852E97}" dt="2026-04-18T04:48:57.589" v="21" actId="22"/>
          <ac:picMkLst>
            <pc:docMk/>
            <pc:sldMk cId="1688329001" sldId="266"/>
            <ac:picMk id="5" creationId="{7078CA06-07B2-80E4-FD70-E9E60DBDEE2C}"/>
          </ac:picMkLst>
        </pc:picChg>
      </pc:sldChg>
      <pc:sldChg chg="addSp new mod">
        <pc:chgData name="Praveen N" userId="f6b097006a7c1cdf" providerId="LiveId" clId="{46FCCD65-1714-4BF3-A94C-CB4D20852E97}" dt="2026-04-18T04:50:37.377" v="23" actId="22"/>
        <pc:sldMkLst>
          <pc:docMk/>
          <pc:sldMk cId="857581753" sldId="267"/>
        </pc:sldMkLst>
        <pc:picChg chg="add">
          <ac:chgData name="Praveen N" userId="f6b097006a7c1cdf" providerId="LiveId" clId="{46FCCD65-1714-4BF3-A94C-CB4D20852E97}" dt="2026-04-18T04:50:37.377" v="23" actId="22"/>
          <ac:picMkLst>
            <pc:docMk/>
            <pc:sldMk cId="857581753" sldId="267"/>
            <ac:picMk id="3" creationId="{28C3BC77-8B9C-9544-4B4C-EE0B85E4EB18}"/>
          </ac:picMkLst>
        </pc:picChg>
      </pc:sldChg>
      <pc:sldChg chg="addSp new mod">
        <pc:chgData name="Praveen N" userId="f6b097006a7c1cdf" providerId="LiveId" clId="{46FCCD65-1714-4BF3-A94C-CB4D20852E97}" dt="2026-04-18T04:51:16.784" v="25" actId="22"/>
        <pc:sldMkLst>
          <pc:docMk/>
          <pc:sldMk cId="353003798" sldId="268"/>
        </pc:sldMkLst>
        <pc:picChg chg="add">
          <ac:chgData name="Praveen N" userId="f6b097006a7c1cdf" providerId="LiveId" clId="{46FCCD65-1714-4BF3-A94C-CB4D20852E97}" dt="2026-04-18T04:51:16.784" v="25" actId="22"/>
          <ac:picMkLst>
            <pc:docMk/>
            <pc:sldMk cId="353003798" sldId="268"/>
            <ac:picMk id="3" creationId="{C097D89B-716E-C6BF-FEF7-CD0D8FB48ADB}"/>
          </ac:picMkLst>
        </pc:picChg>
      </pc:sldChg>
      <pc:sldChg chg="addSp new mod">
        <pc:chgData name="Praveen N" userId="f6b097006a7c1cdf" providerId="LiveId" clId="{46FCCD65-1714-4BF3-A94C-CB4D20852E97}" dt="2026-04-18T04:51:45.038" v="27" actId="22"/>
        <pc:sldMkLst>
          <pc:docMk/>
          <pc:sldMk cId="3180275445" sldId="269"/>
        </pc:sldMkLst>
        <pc:picChg chg="add">
          <ac:chgData name="Praveen N" userId="f6b097006a7c1cdf" providerId="LiveId" clId="{46FCCD65-1714-4BF3-A94C-CB4D20852E97}" dt="2026-04-18T04:51:45.038" v="27" actId="22"/>
          <ac:picMkLst>
            <pc:docMk/>
            <pc:sldMk cId="3180275445" sldId="269"/>
            <ac:picMk id="3" creationId="{82ABCC05-5497-E55C-3830-399D69CCE8B0}"/>
          </ac:picMkLst>
        </pc:picChg>
      </pc:sldChg>
      <pc:sldChg chg="addSp new mod">
        <pc:chgData name="Praveen N" userId="f6b097006a7c1cdf" providerId="LiveId" clId="{46FCCD65-1714-4BF3-A94C-CB4D20852E97}" dt="2026-04-18T04:52:13.635" v="29" actId="22"/>
        <pc:sldMkLst>
          <pc:docMk/>
          <pc:sldMk cId="2506132989" sldId="270"/>
        </pc:sldMkLst>
        <pc:picChg chg="add">
          <ac:chgData name="Praveen N" userId="f6b097006a7c1cdf" providerId="LiveId" clId="{46FCCD65-1714-4BF3-A94C-CB4D20852E97}" dt="2026-04-18T04:52:13.635" v="29" actId="22"/>
          <ac:picMkLst>
            <pc:docMk/>
            <pc:sldMk cId="2506132989" sldId="270"/>
            <ac:picMk id="3" creationId="{69C94417-E991-9BEF-DE97-8D448C3A6FF1}"/>
          </ac:picMkLst>
        </pc:picChg>
      </pc:sldChg>
      <pc:sldChg chg="addSp new mod">
        <pc:chgData name="Praveen N" userId="f6b097006a7c1cdf" providerId="LiveId" clId="{46FCCD65-1714-4BF3-A94C-CB4D20852E97}" dt="2026-04-18T04:52:51.929" v="31" actId="22"/>
        <pc:sldMkLst>
          <pc:docMk/>
          <pc:sldMk cId="2014378419" sldId="271"/>
        </pc:sldMkLst>
        <pc:picChg chg="add">
          <ac:chgData name="Praveen N" userId="f6b097006a7c1cdf" providerId="LiveId" clId="{46FCCD65-1714-4BF3-A94C-CB4D20852E97}" dt="2026-04-18T04:52:51.929" v="31" actId="22"/>
          <ac:picMkLst>
            <pc:docMk/>
            <pc:sldMk cId="2014378419" sldId="271"/>
            <ac:picMk id="3" creationId="{D8D73E64-EB0B-4238-1FDD-ABF632A76CD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5AE00-7DC1-64C4-3FD2-EF609C9F5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47A1C-D408-D498-E79A-B053D8905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0B328-BC1A-D247-1D32-9CA2D1EE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C4A9-4ABB-4AFF-A858-DDADF9E32FD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4CE0A-19E9-92D7-08A2-7241F9BD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C76D99-1641-EE97-4CC0-0B8A879A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8E47F-88B1-4BAB-BB62-0D2A35412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024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9E8A2-E962-869F-CAA1-0EF49EEFF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A1E6C1-7A71-AA5E-D767-D9DF429630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F35DE-B847-9616-16A3-11F4EDED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C4A9-4ABB-4AFF-A858-DDADF9E32FD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55661-C936-26FD-5E2B-FEF5C6934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3EC69-C594-FE3C-C397-4455B43F9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8E47F-88B1-4BAB-BB62-0D2A35412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616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4A09-F3AC-3ADD-774E-0F462E451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7932C-AC29-2A18-84D2-36B40C058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3E324-7A80-707F-CE96-423775B5D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C4A9-4ABB-4AFF-A858-DDADF9E32FD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887FBA-5F62-3997-663D-FFFF50C79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DE526-F0DC-9368-7575-C276CB96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8E47F-88B1-4BAB-BB62-0D2A35412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61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BE50-FCF6-1CC9-CB0F-D2299341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7C45B-148A-3E9D-6D0B-771D33FC5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15415-C1F3-CD3A-2988-67F1C2941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88A59-AD1E-D35B-BEFD-4D8395F57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C4A9-4ABB-4AFF-A858-DDADF9E32FD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5B28BC-09E8-B9A6-198A-06C5CA01F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3B03C-D35E-C805-E0C0-E06327F0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8E47F-88B1-4BAB-BB62-0D2A35412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00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61CCD-63F8-A9B2-718B-F76E7E548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EF23D-70C1-43C6-6A39-F5F88837B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3EABD-008F-C68D-2B2A-3D21C2889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5AD677-E314-6BA0-068E-C1C058EDA7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8557A9-E081-513F-896C-E74401AA39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60F32A-4D20-B895-C061-892D05F43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C4A9-4ABB-4AFF-A858-DDADF9E32FD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70FC2A-2730-54E6-C01C-89C50F42A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5B4F0B-DD76-F312-EFFD-9EB924DE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8E47F-88B1-4BAB-BB62-0D2A35412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222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34C83-83AF-36A7-8D5B-9E898FBF2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892FB-B1E0-4DD3-EE4F-6B472300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C4A9-4ABB-4AFF-A858-DDADF9E32FD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5C6095-78D8-893F-C889-CCA0C002A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85699B-AADF-A61B-0CCF-BAEF8FD06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8E47F-88B1-4BAB-BB62-0D2A35412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95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B76AC1-B9ED-DD23-B6EA-A1CD913FA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C4A9-4ABB-4AFF-A858-DDADF9E32FD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A84E9F-1EA9-D172-9BA6-A251C222C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8475D-7F7B-0147-8081-F0402D43A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8E47F-88B1-4BAB-BB62-0D2A35412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454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EDEAD-D8E4-8EF4-DFB3-DEE57DB21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0AFC7-A470-12AD-8245-345810B24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C2DEBF-E06A-A565-12B1-E6FB9E81A3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22CECD-3614-4E9F-2299-97471B843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C4A9-4ABB-4AFF-A858-DDADF9E32FD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B3DA8-77FE-71FB-3CE9-A207ED32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9F4128-5331-49B9-EB93-2FB6C0925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8E47F-88B1-4BAB-BB62-0D2A35412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552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1C4B0-06AE-71DE-A2F3-BB4A3B8CE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BC083A-A2B6-68D0-0FCB-F4362FB67C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69DE54-F658-1BCE-38C6-C664C647B0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71F80-B086-4F23-6C27-201AF2EA0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C4A9-4ABB-4AFF-A858-DDADF9E32FD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804BF-4A6F-1F31-31B7-BA9A1E95F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E050C-007A-F622-578A-DD94AB002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8E47F-88B1-4BAB-BB62-0D2A35412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171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C07B5-FA77-698B-DFEE-9D44559E4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E2590-5677-7901-C703-60AF61B35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7FA51-A199-0525-7F96-1F19FC740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C4A9-4ABB-4AFF-A858-DDADF9E32FD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1D72C-C58D-5749-5F6B-AE8C837A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EAFD16-6D1E-B15A-085C-607D6EC4A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8E47F-88B1-4BAB-BB62-0D2A35412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744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92F0D3-F486-77FA-AA8A-313BD4EC5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3BD4ED-D2B3-7DEA-4368-2A0F16FC7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3D4AD-C3FC-CA97-2CDF-C31C442C3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6C4A9-4ABB-4AFF-A858-DDADF9E32FD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E0CC7-22BA-0062-9987-1163F88AC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75F3B-D177-EA28-C5E9-19B6DC04E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8E47F-88B1-4BAB-BB62-0D2A35412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2588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C0364C-3B8F-6DFA-E80B-6267B666D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C0BBC-EC66-2260-515C-95D6015FB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5FDD6-A93A-0651-EBC9-2D2C8C6CB1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6C4A9-4ABB-4AFF-A858-DDADF9E32FD0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80A2A-F43A-41EE-028B-744AF1CA8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533A8-49B8-D0F9-4908-F300E1AB4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8E47F-88B1-4BAB-BB62-0D2A354120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773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C3B623-6ABA-A0F5-9060-2FD1E8B74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641"/>
            <a:ext cx="12192000" cy="597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6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1C101-9AC0-8305-4737-A3E3E4C46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512"/>
            <a:ext cx="12192000" cy="6504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268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D04278-B589-DDBF-0878-A3CA08AC5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8816"/>
            <a:ext cx="12192000" cy="592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576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C71A0-89D7-5C9C-F3AD-5FF7F722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0EA14E-2C7D-31AB-2E45-F8CFA7EFC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468"/>
            <a:ext cx="12192000" cy="623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98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94F83-2437-FEB0-781D-4B64A31A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8D990F-ED45-22D0-6842-26B68A8E9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0892"/>
            <a:ext cx="12192000" cy="565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882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5E4AB-D609-47D2-24BF-598264B19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ED5DFC-8FA4-C868-2F39-30C76A0EC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5874"/>
            <a:ext cx="12192000" cy="5886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62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359C6-9F7E-2A51-8229-9EB7EB7F5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DDD2C6-F2FB-334D-E45A-4BAC826AC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7852"/>
            <a:ext cx="12192000" cy="5802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0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FD5D1-B7E6-11DA-1049-7F68A1A82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61AFF9-6EB1-B66E-D4F9-2DD14F1D0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0451"/>
            <a:ext cx="12192000" cy="581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434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8FD9E-67EA-4362-8AB7-59464A7F3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DCCDF5-25DA-B004-CB4E-4B6BD0FEA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6882"/>
            <a:ext cx="12192000" cy="598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21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71054-20D4-62DC-1DE0-8CAF4F08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88DE63-9C73-A996-59FD-889F7AA9F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"/>
            <a:ext cx="121920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08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32B7B-387F-43A0-38AD-7BE0D17C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78CA06-07B2-80E4-FD70-E9E60DBDE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662"/>
            <a:ext cx="12192000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329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C3BC77-8B9C-9544-4B4C-EE0B85E4E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346"/>
            <a:ext cx="12192000" cy="514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81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97D89B-716E-C6BF-FEF7-CD0D8FB48A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8949"/>
            <a:ext cx="12192000" cy="544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03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ABCC05-5497-E55C-3830-399D69CCE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1684"/>
            <a:ext cx="12192000" cy="555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275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C94417-E991-9BEF-DE97-8D448C3A6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0743"/>
            <a:ext cx="12192000" cy="481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329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D73E64-EB0B-4238-1FDD-ABF632A76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6221"/>
            <a:ext cx="12192000" cy="5645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78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N</dc:creator>
  <cp:lastModifiedBy>Praveen N</cp:lastModifiedBy>
  <cp:revision>1</cp:revision>
  <dcterms:created xsi:type="dcterms:W3CDTF">2026-04-18T04:38:37Z</dcterms:created>
  <dcterms:modified xsi:type="dcterms:W3CDTF">2026-04-18T04:53:19Z</dcterms:modified>
</cp:coreProperties>
</file>